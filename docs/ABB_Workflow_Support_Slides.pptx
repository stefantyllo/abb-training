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509498c1474513" /><Relationship Type="http://schemas.openxmlformats.org/officeDocument/2006/relationships/extended-properties" Target="/docProps/app.xml" Id="Rf208d590a946435b" /><Relationship Type="http://schemas.openxmlformats.org/officeDocument/2006/relationships/officeDocument" Target="/ppt/presentation.xml" Id="Rf46c683813ac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0444c682940ce"/>
  </p:sldMasterIdLst>
  <p:notesMasterIdLst>
    <p:notesMasterId xmlns:r="http://schemas.openxmlformats.org/officeDocument/2006/relationships" r:id="R3889d8210f40424b"/>
  </p:notesMasterIdLst>
  <p:sldIdLst>
    <p:sldId xmlns:r="http://schemas.openxmlformats.org/officeDocument/2006/relationships" id="256" r:id="R84e1a28f62564b27"/>
    <p:sldId xmlns:r="http://schemas.openxmlformats.org/officeDocument/2006/relationships" id="257" r:id="Ra70c995a2fd4481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322117453f4106" /><Relationship Type="http://schemas.openxmlformats.org/officeDocument/2006/relationships/slideMaster" Target="/ppt/slideMasters/slideMaster1.xml" Id="R7990444c682940ce" /><Relationship Type="http://schemas.openxmlformats.org/officeDocument/2006/relationships/notesMaster" Target="/ppt/notesMasters/notesMaster1.xml" Id="R3889d8210f40424b" /><Relationship Type="http://schemas.openxmlformats.org/officeDocument/2006/relationships/presProps" Target="/ppt/presProps.xml" Id="Rc0727d9d79ea4833" /><Relationship Type="http://schemas.openxmlformats.org/officeDocument/2006/relationships/tableStyles" Target="/ppt/tableStyles.xml" Id="R4bbd3a721ad646af" /><Relationship Type="http://schemas.openxmlformats.org/officeDocument/2006/relationships/slide" Target="/ppt/slides/slide1.xml" Id="R84e1a28f62564b27" /><Relationship Type="http://schemas.openxmlformats.org/officeDocument/2006/relationships/slide" Target="/ppt/slides/slide2.xml" Id="Ra70c995a2fd448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0190b608f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f1bc8ed19419a" /><Relationship Type="http://schemas.openxmlformats.org/officeDocument/2006/relationships/notesMaster" Target="/ppt/notesMasters/notesMaster1.xml" Id="Rc25913744f6b4c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5434151034221" /><Relationship Type="http://schemas.openxmlformats.org/officeDocument/2006/relationships/notesMaster" Target="/ppt/notesMasters/notesMaster1.xml" Id="R6e1915cf3d03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https://github.com/StefanTyllo/ABB-Training/blob/training/workflow-labs/docs/ABB_Workflow_Training.pdf</a:t>
            </a:r>
          </a:p>
          <a:p xmlns:a="http://schemas.openxmlformats.org/drawingml/2006/main">
            <a:r>
              <a:t>Pages 6–7, sections 5–6, define the four stages. Page 8 covers fresh-case replay. Use one conversation for the guided demonstration and extraction, then a new conversation for transfer. Keep workflow-md-only.md unchanged. Stage 3 keeps model judgment and human decisions explicit. Stage 4 moves fully specified repeatable operations into deterministic code, not another LLM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training context and four-stage method: https://github.com/StefanTyllo/ABB-Training/blob/training/workflow-labs/docs/ABB_Workflow_Training.pdf</a:t>
            </a:r>
          </a:p>
          <a:p xmlns:a="http://schemas.openxmlformats.org/drawingml/2006/main">
            <a:r>
              <a:t>The Jira/browser chain and the comparison of one CLI execution against separate executions are the user-provided teaching example, not an executed experiment or a result reported by the PDF. Distraction labels illustrate possible failure modes. No success-rate claim is made.</a:t>
            </a:r>
          </a:p>
          <a:p xmlns:a="http://schemas.openxmlformats.org/drawingml/2006/main">
            <a:r>
              <a:t>For path B, each box means a separate fresh Copilot CLI execution. The output filename under each box is illustrative, not a verified CLI contract. The next execution must receive the previous output plus the original goal, relevant acceptance criteria and any still-required earlier artifacts. requirements.md remains authoritative through test creation. Validate each handoff and stop on missing evidence. session.json refers to a session handle or browser-state reference, never credentials. Separate processes need an explicit supported means to retain or restore the authenticated browser session. dom-evidence.json should preserve observations and requirement references. differences.md is stored in the new Jira issue, whose ID/URL is recorded in issue.json for the final test-generation step. A fresh execution cannot recover facts omitted from its inputs. This execution split is separate from stage 3/4 deterministic code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0dd07e50648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7b70756134b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030b0144e45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285c1828d4f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6f07fcc0f45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d31b4e073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68318D-EF1E-4D5C-8D56-3B25AECCE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FEBE52-38AC-4F0E-A0BB-D96D876063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FC94D0-AA97-4B9B-BF54-70A1EEA350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B6DCD7-3F90-46BB-A361-B5561E647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EAE8F0-9AEA-4742-A6F3-D7DFD20A3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240503-B2B2-4F7D-8ADF-27851EBC6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10A108-434E-430A-ACDB-D4F25AAEA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8CA711-6DE3-4F7F-8D84-0A5951DC74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EAAA6-3DC8-46A4-9F40-ED204A142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94CA22-C6BE-4813-88BD-E8388F182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93f626a83843be" /><Relationship Type="http://schemas.openxmlformats.org/officeDocument/2006/relationships/slideLayout" Target="/ppt/slideLayouts/slideLayout1.xml" Id="R654f796cf9554793" /><Relationship Type="http://schemas.openxmlformats.org/officeDocument/2006/relationships/slideLayout" Target="/ppt/slideLayouts/slideLayout2.xml" Id="R3c7d683176ca485b" /><Relationship Type="http://schemas.openxmlformats.org/officeDocument/2006/relationships/slideLayout" Target="/ppt/slideLayouts/slideLayout3.xml" Id="R77fcf38026dc4edd" /><Relationship Type="http://schemas.openxmlformats.org/officeDocument/2006/relationships/slideLayout" Target="/ppt/slideLayouts/slideLayout4.xml" Id="R42875429d34e4908" /><Relationship Type="http://schemas.openxmlformats.org/officeDocument/2006/relationships/slideLayout" Target="/ppt/slideLayouts/slideLayout5.xml" Id="R258a67f46c7a4f0d" /><Relationship Type="http://schemas.openxmlformats.org/officeDocument/2006/relationships/slideLayout" Target="/ppt/slideLayouts/slideLayout6.xml" Id="R05f33e70cb7e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f796cf9554793"/>
    <p:sldLayoutId xmlns:r="http://schemas.openxmlformats.org/officeDocument/2006/relationships" id="2147483650" r:id="R3c7d683176ca485b"/>
    <p:sldLayoutId xmlns:r="http://schemas.openxmlformats.org/officeDocument/2006/relationships" id="2147483651" r:id="R77fcf38026dc4edd"/>
    <p:sldLayoutId xmlns:r="http://schemas.openxmlformats.org/officeDocument/2006/relationships" id="2147483652" r:id="R42875429d34e4908"/>
    <p:sldLayoutId xmlns:r="http://schemas.openxmlformats.org/officeDocument/2006/relationships" id="2147483653" r:id="R258a67f46c7a4f0d"/>
    <p:sldLayoutId xmlns:r="http://schemas.openxmlformats.org/officeDocument/2006/relationships" id="2147483654" r:id="R05f33e70cb7e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3e302d83845e6" /><Relationship Type="http://schemas.openxmlformats.org/officeDocument/2006/relationships/notesSlide" Target="/ppt/notesSlides/notesSlide1.xml" Id="R19f7cb03cebc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4cf7979ff4fb2" /><Relationship Type="http://schemas.openxmlformats.org/officeDocument/2006/relationships/notesSlide" Target="/ppt/notesSlides/notesSlide2.xml" Id="R548919882ef34b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48A87-CA21-4A3C-BC7D-F39D80F1180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049000" y="4762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2950E-73E6-42B4-8BA9-D6A730C4E04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67600" y="4762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450D4-CB1C-40C8-8949-ABABDA9D9C0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86200" y="4762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sp>
        <p:nvSpPr>
          <p:cNvPr id="34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8EA7FFE5-F57B-4CE4-9488-7AFEAD56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85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ABB engineering training / Demonstrate - abstract - automate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34EE65-1B08-4B74-B603-839CD66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The four-stage method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740274F-8F00-46A2-80BF-D775F02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8DBCCD-D609-4925-BBE9-0BE1AB7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77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BD5B9E2-B863-4129-B45F-CEE38F0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381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Complete a real task, extract the workflow, then move repeatable operations into code.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379FF7A2-B293-4A2F-8980-A1DABE6F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76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7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2764D000-84C8-4D17-9479-AE69DB9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stage-name-0">
            <a:extLst xmlns:a="http://schemas.openxmlformats.org/drawingml/2006/main">
              <a:ext uri="{FF2B5EF4-FFF2-40B4-BE49-F238E27FC236}">
                <a16:creationId xmlns:a16="http://schemas.microsoft.com/office/drawing/2014/main" id="{94B1CAE4-B32B-4666-81ED-3DFE2B4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Demonstrate</a:t>
            </a:r>
          </a:p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and document</a:t>
            </a:r>
          </a:p>
        </p:txBody>
      </p:sp>
      <p:sp>
        <p:nvSpPr>
          <p:cNvPr id="9" name="stage-purpose-0">
            <a:extLst xmlns:a="http://schemas.openxmlformats.org/drawingml/2006/main">
              <a:ext uri="{FF2B5EF4-FFF2-40B4-BE49-F238E27FC236}">
                <a16:creationId xmlns:a16="http://schemas.microsoft.com/office/drawing/2014/main" id="{D812CC43-2CAD-4A6D-8055-931C91CD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876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Guide one operation at a time. Explain why. Record results and recovery.</a:t>
            </a:r>
          </a:p>
        </p:txBody>
      </p:sp>
      <p:sp>
        <p:nvSpPr>
          <p:cNvPr id="10" name="stage-divider-0">
            <a:extLst xmlns:a="http://schemas.openxmlformats.org/drawingml/2006/main">
              <a:ext uri="{FF2B5EF4-FFF2-40B4-BE49-F238E27FC236}">
                <a16:creationId xmlns:a16="http://schemas.microsoft.com/office/drawing/2014/main" id="{0D40F3B3-B6B9-4C3E-BF9A-264CCCE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output-0">
            <a:extLst xmlns:a="http://schemas.openxmlformats.org/drawingml/2006/main">
              <a:ext uri="{FF2B5EF4-FFF2-40B4-BE49-F238E27FC236}">
                <a16:creationId xmlns:a16="http://schemas.microsoft.com/office/drawing/2014/main" id="{56F7F9B3-182E-4D6F-B566-E28D9BF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evidence/session.md</a:t>
            </a:r>
          </a:p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workflow.md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6160CF50-8F22-4B5F-B039-D2389D6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276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3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882E7100-3C8A-4002-B054-D89FC908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stage-name-1">
            <a:extLst xmlns:a="http://schemas.openxmlformats.org/drawingml/2006/main">
              <a:ext uri="{FF2B5EF4-FFF2-40B4-BE49-F238E27FC236}">
                <a16:creationId xmlns:a16="http://schemas.microsoft.com/office/drawing/2014/main" id="{0AA82853-8E8E-4762-9CBC-ADAFC62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338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Abstract</a:t>
            </a:r>
          </a:p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the workflow</a:t>
            </a:r>
          </a:p>
        </p:txBody>
      </p:sp>
      <p:sp>
        <p:nvSpPr>
          <p:cNvPr id="15" name="stage-purpose-1">
            <a:extLst xmlns:a="http://schemas.openxmlformats.org/drawingml/2006/main">
              <a:ext uri="{FF2B5EF4-FFF2-40B4-BE49-F238E27FC236}">
                <a16:creationId xmlns:a16="http://schemas.microsoft.com/office/drawing/2014/main" id="{EEA3F4FD-43A8-4E35-8B72-4793C671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2876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Define reusable inputs. Keep engineering constraints and acceptance criteria.</a:t>
            </a:r>
          </a:p>
        </p:txBody>
      </p:sp>
      <p:sp>
        <p:nvSpPr>
          <p:cNvPr id="16" name="stage-divider-1">
            <a:extLst xmlns:a="http://schemas.openxmlformats.org/drawingml/2006/main">
              <a:ext uri="{FF2B5EF4-FFF2-40B4-BE49-F238E27FC236}">
                <a16:creationId xmlns:a16="http://schemas.microsoft.com/office/drawing/2014/main" id="{0C97307C-BACA-464F-909F-066EC50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198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output-1">
            <a:extLst xmlns:a="http://schemas.openxmlformats.org/drawingml/2006/main">
              <a:ext uri="{FF2B5EF4-FFF2-40B4-BE49-F238E27FC236}">
                <a16:creationId xmlns:a16="http://schemas.microsoft.com/office/drawing/2014/main" id="{9D455119-F4BF-44D8-BCA3-5C4C682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9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workflow.md</a:t>
            </a:r>
          </a:p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workflow-md-only.md</a:t>
            </a:r>
          </a:p>
        </p:txBody>
      </p: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218E0866-886A-4A3F-B520-8D921042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3276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9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CC513167-90F1-4D60-B800-472DBD7C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0" name="stage-name-2">
            <a:extLst xmlns:a="http://schemas.openxmlformats.org/drawingml/2006/main">
              <a:ext uri="{FF2B5EF4-FFF2-40B4-BE49-F238E27FC236}">
                <a16:creationId xmlns:a16="http://schemas.microsoft.com/office/drawing/2014/main" id="{17FF5F97-ED0B-4834-A8B3-EC66A7F4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Make the</a:t>
            </a:r>
          </a:p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extraction decisions</a:t>
            </a:r>
          </a:p>
        </p:txBody>
      </p:sp>
      <p:sp>
        <p:nvSpPr>
          <p:cNvPr id="21" name="stage-purpose-2">
            <a:extLst xmlns:a="http://schemas.openxmlformats.org/drawingml/2006/main">
              <a:ext uri="{FF2B5EF4-FFF2-40B4-BE49-F238E27FC236}">
                <a16:creationId xmlns:a16="http://schemas.microsoft.com/office/drawing/2014/main" id="{615DE7C5-AF66-4409-9CA0-A0EC205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876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Classify operations as code, model judgment or human decisions.</a:t>
            </a:r>
          </a:p>
        </p:txBody>
      </p:sp>
      <p:sp>
        <p:nvSpPr>
          <p:cNvPr id="22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1C682712-AE8E-41BC-AFAF-C6C90896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198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output-2">
            <a:extLst xmlns:a="http://schemas.openxmlformats.org/drawingml/2006/main">
              <a:ext uri="{FF2B5EF4-FFF2-40B4-BE49-F238E27FC236}">
                <a16:creationId xmlns:a16="http://schemas.microsoft.com/office/drawing/2014/main" id="{0D078322-1789-4680-854D-1811E9C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extraction-map.md</a:t>
            </a:r>
          </a:p>
        </p:txBody>
      </p:sp>
      <p:sp>
        <p:nvSpPr>
          <p:cNvPr id="24" name="stage-4">
            <a:extLst xmlns:a="http://schemas.openxmlformats.org/drawingml/2006/main">
              <a:ext uri="{FF2B5EF4-FFF2-40B4-BE49-F238E27FC236}">
                <a16:creationId xmlns:a16="http://schemas.microsoft.com/office/drawing/2014/main" id="{B7F1DF18-8EF9-48D7-A927-00BE448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857500"/>
            <a:ext cx="3276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25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4F5A5C98-4F3A-4DE6-B0BF-908BF9A4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048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6" name="stage-name-3">
            <a:extLst xmlns:a="http://schemas.openxmlformats.org/drawingml/2006/main">
              <a:ext uri="{FF2B5EF4-FFF2-40B4-BE49-F238E27FC236}">
                <a16:creationId xmlns:a16="http://schemas.microsoft.com/office/drawing/2014/main" id="{B3683AAC-4A89-46A1-8BAF-3AD5F9E1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7338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Implement highly</a:t>
            </a:r>
          </a:p>
          <a:p xmlns:a="http://schemas.openxmlformats.org/drawingml/2006/main">
            <a:pPr algn="l">
              <a:def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verbose code</a:t>
            </a:r>
          </a:p>
        </p:txBody>
      </p:sp>
      <p:sp>
        <p:nvSpPr>
          <p:cNvPr id="27" name="stage-purpose-3">
            <a:extLst xmlns:a="http://schemas.openxmlformats.org/drawingml/2006/main">
              <a:ext uri="{FF2B5EF4-FFF2-40B4-BE49-F238E27FC236}">
                <a16:creationId xmlns:a16="http://schemas.microsoft.com/office/drawing/2014/main" id="{E7CE7237-8BBF-4FE6-BAB6-737E1A20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781550"/>
            <a:ext cx="2876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Write readable functions and logs. Test the code. Update the workflow.</a:t>
            </a:r>
          </a:p>
        </p:txBody>
      </p:sp>
      <p:sp>
        <p:nvSpPr>
          <p:cNvPr id="28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8134998C-0071-4D2D-897C-612A17A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198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ge-output-3">
            <a:extLst xmlns:a="http://schemas.openxmlformats.org/drawingml/2006/main">
              <a:ext uri="{FF2B5EF4-FFF2-40B4-BE49-F238E27FC236}">
                <a16:creationId xmlns:a16="http://schemas.microsoft.com/office/drawing/2014/main" id="{A3936152-7DB3-475E-B7E8-4179203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19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automation/</a:t>
            </a:r>
          </a:p>
          <a:p xmlns:a="http://schemas.openxmlformats.org/drawingml/2006/main">
            <a:pPr algn="l">
              <a:def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updated workflow.md</a:t>
            </a:r>
          </a:p>
        </p:txBody>
      </p:sp>
      <p:sp>
        <p:nvSpPr>
          <p:cNvPr id="33" name="replay">
            <a:extLst xmlns:a="http://schemas.openxmlformats.org/drawingml/2006/main">
              <a:ext uri="{FF2B5EF4-FFF2-40B4-BE49-F238E27FC236}">
                <a16:creationId xmlns:a16="http://schemas.microsoft.com/office/drawing/2014/main" id="{63BB311F-7431-41E2-ACF8-3700D23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0"/>
            <a:ext cx="1395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After stage 4: replay on a fresh case and verify the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1029779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361DF4-36A4-41F6-B046-312D40CFCF56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2601575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99A4E7-3DE7-4202-9234-23FC8AB15FD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572750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82FC22-F04C-4F2E-ACE9-36F0E17E8AF1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8543925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9CFB47-47CF-4473-8C60-B391720809CF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515100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2B1FB-356A-42F6-8ED4-30484F70FE78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4486275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84C564-1549-4923-853A-0F9AC442CA6F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457450" y="7100888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6C86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4544A-1C59-4B63-B7B4-C8841BAF2A39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648825" y="42481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7070C9-FB52-4245-A9B9-B23DA4C77892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620000" y="42481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dash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C13F2-A234-43D5-8E60-D0B8C48A04C4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591175" y="42481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dash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4A177-2C3F-4319-8119-587492FD5E9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2601575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179FF-D9CD-4A29-A2D2-29CF154A4D29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572750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4C71D-D8FD-4DA1-8E9C-215708F41CC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43925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54F8D-656F-4C77-A13E-EDD7F5D2C71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15100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D0E86-6FE7-4160-88EE-2476555CA24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86275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86D03-4C21-4244-927E-2BDB12A7568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57450" y="3810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34B3D"/>
            </a:solidFill>
            <a:prstDash val="solid"/>
            <a:tailEnd type="triangle" w="sm" len="sm"/>
          </a:ln>
        </p:spPr>
      </p:cxnSp>
      <p:sp>
        <p:nvSpPr>
          <p:cNvPr id="73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31B2C363-A3D2-4322-8CD4-C0AA4CB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85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ABB engineering training / Demonstrate - abstract - automate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404F52-6326-4D6C-AA5E-7783905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One long instruction vs. separate Copilot CLI executions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ADA86B2-6827-4100-A699-592EFAA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4020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AC8745-9400-4647-A7E1-3A81554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77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5C03B55-4C48-40E0-97C1-0945E2C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The same seven actions, with different context boundaries</a:t>
            </a:r>
          </a:p>
        </p:txBody>
      </p:sp>
      <p:sp>
        <p:nvSpPr>
          <p:cNvPr id="6" name="long-label">
            <a:extLst xmlns:a="http://schemas.openxmlformats.org/drawingml/2006/main">
              <a:ext uri="{FF2B5EF4-FFF2-40B4-BE49-F238E27FC236}">
                <a16:creationId xmlns:a16="http://schemas.microsoft.com/office/drawing/2014/main" id="{9ED82FFA-2592-4A1A-B1E4-5594C39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34B3D"/>
                </a:solidFill>
                <a:latin typeface="DejaVu Sans"/>
                <a:ea typeface="DejaVu Sans"/>
                <a:cs typeface="DejaVu Sans"/>
              </a:rPr>
              <a:t>A   ONE COPILOT CLI EXECUTION</a:t>
            </a:r>
          </a:p>
        </p:txBody>
      </p:sp>
      <p:sp>
        <p:nvSpPr>
          <p:cNvPr id="7" name="long-description">
            <a:extLst xmlns:a="http://schemas.openxmlformats.org/drawingml/2006/main">
              <a:ext uri="{FF2B5EF4-FFF2-40B4-BE49-F238E27FC236}">
                <a16:creationId xmlns:a16="http://schemas.microsoft.com/office/drawing/2014/main" id="{8048D7F4-0773-4C3F-B7E1-A3D066CB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390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The original goal shares context with every tool response and recovery attempt.</a:t>
            </a:r>
          </a:p>
        </p:txBody>
      </p:sp>
      <p:sp>
        <p:nvSpPr>
          <p:cNvPr id="8" name="long-step-0">
            <a:extLst xmlns:a="http://schemas.openxmlformats.org/drawingml/2006/main">
              <a:ext uri="{FF2B5EF4-FFF2-40B4-BE49-F238E27FC236}">
                <a16:creationId xmlns:a16="http://schemas.microsoft.com/office/drawing/2014/main" id="{D447F90F-5A68-497C-91F1-546F7F4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9" name="long-step-label-0">
            <a:extLst xmlns:a="http://schemas.openxmlformats.org/drawingml/2006/main">
              <a:ext uri="{FF2B5EF4-FFF2-40B4-BE49-F238E27FC236}">
                <a16:creationId xmlns:a16="http://schemas.microsoft.com/office/drawing/2014/main" id="{59B29E1B-CC0B-46E6-9CD5-08BDBC08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Pull data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from Jira MCP</a:t>
            </a:r>
          </a:p>
        </p:txBody>
      </p:sp>
      <p:sp>
        <p:nvSpPr>
          <p:cNvPr id="10" name="long-step-1">
            <a:extLst xmlns:a="http://schemas.openxmlformats.org/drawingml/2006/main">
              <a:ext uri="{FF2B5EF4-FFF2-40B4-BE49-F238E27FC236}">
                <a16:creationId xmlns:a16="http://schemas.microsoft.com/office/drawing/2014/main" id="{AA5432AB-6406-4A75-82C3-20C2885A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1" name="long-step-label-1">
            <a:extLst xmlns:a="http://schemas.openxmlformats.org/drawingml/2006/main">
              <a:ext uri="{FF2B5EF4-FFF2-40B4-BE49-F238E27FC236}">
                <a16:creationId xmlns:a16="http://schemas.microsoft.com/office/drawing/2014/main" id="{76404D78-C905-4FC7-997C-C24AC040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Read tasks and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requirements</a:t>
            </a:r>
          </a:p>
        </p:txBody>
      </p:sp>
      <p:sp>
        <p:nvSpPr>
          <p:cNvPr id="12" name="long-step-2">
            <a:extLst xmlns:a="http://schemas.openxmlformats.org/drawingml/2006/main">
              <a:ext uri="{FF2B5EF4-FFF2-40B4-BE49-F238E27FC236}">
                <a16:creationId xmlns:a16="http://schemas.microsoft.com/office/drawing/2014/main" id="{7E8D0CB5-6BFB-4F2C-8D81-6D635C14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3" name="long-step-label-2">
            <a:extLst xmlns:a="http://schemas.openxmlformats.org/drawingml/2006/main">
              <a:ext uri="{FF2B5EF4-FFF2-40B4-BE49-F238E27FC236}">
                <a16:creationId xmlns:a16="http://schemas.microsoft.com/office/drawing/2014/main" id="{A549558E-8EBA-415F-A1BE-051891D4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Log in to the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test system</a:t>
            </a:r>
          </a:p>
        </p:txBody>
      </p:sp>
      <p:sp>
        <p:nvSpPr>
          <p:cNvPr id="14" name="long-step-3">
            <a:extLst xmlns:a="http://schemas.openxmlformats.org/drawingml/2006/main">
              <a:ext uri="{FF2B5EF4-FFF2-40B4-BE49-F238E27FC236}">
                <a16:creationId xmlns:a16="http://schemas.microsoft.com/office/drawing/2014/main" id="{86151202-2249-4813-A045-E306677D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5" name="long-step-label-3">
            <a:extLst xmlns:a="http://schemas.openxmlformats.org/drawingml/2006/main">
              <a:ext uri="{FF2B5EF4-FFF2-40B4-BE49-F238E27FC236}">
                <a16:creationId xmlns:a16="http://schemas.microsoft.com/office/drawing/2014/main" id="{63BD576C-AF9B-4721-B73F-88A1AAB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Explore DOM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and compare</a:t>
            </a:r>
          </a:p>
        </p:txBody>
      </p:sp>
      <p:sp>
        <p:nvSpPr>
          <p:cNvPr id="16" name="long-step-4">
            <a:extLst xmlns:a="http://schemas.openxmlformats.org/drawingml/2006/main">
              <a:ext uri="{FF2B5EF4-FFF2-40B4-BE49-F238E27FC236}">
                <a16:creationId xmlns:a16="http://schemas.microsoft.com/office/drawing/2014/main" id="{122EFAC9-55E0-4989-83B9-E57925C7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7" name="long-step-label-4">
            <a:extLst xmlns:a="http://schemas.openxmlformats.org/drawingml/2006/main">
              <a:ext uri="{FF2B5EF4-FFF2-40B4-BE49-F238E27FC236}">
                <a16:creationId xmlns:a16="http://schemas.microsoft.com/office/drawing/2014/main" id="{E81ECB25-D9C2-4326-AE14-01B45690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Record differences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in Markdown</a:t>
            </a:r>
          </a:p>
        </p:txBody>
      </p:sp>
      <p:sp>
        <p:nvSpPr>
          <p:cNvPr id="18" name="long-step-5">
            <a:extLst xmlns:a="http://schemas.openxmlformats.org/drawingml/2006/main">
              <a:ext uri="{FF2B5EF4-FFF2-40B4-BE49-F238E27FC236}">
                <a16:creationId xmlns:a16="http://schemas.microsoft.com/office/drawing/2014/main" id="{82F000A9-C430-42D9-A099-0B0CF59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19" name="long-step-label-5">
            <a:extLst xmlns:a="http://schemas.openxmlformats.org/drawingml/2006/main">
              <a:ext uri="{FF2B5EF4-FFF2-40B4-BE49-F238E27FC236}">
                <a16:creationId xmlns:a16="http://schemas.microsoft.com/office/drawing/2014/main" id="{AAD42307-B4D9-406B-BCAE-ECEC4BFE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Store Markdown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in a new Jira issue</a:t>
            </a:r>
          </a:p>
        </p:txBody>
      </p:sp>
      <p:sp>
        <p:nvSpPr>
          <p:cNvPr id="20" name="long-step-6">
            <a:extLst xmlns:a="http://schemas.openxmlformats.org/drawingml/2006/main">
              <a:ext uri="{FF2B5EF4-FFF2-40B4-BE49-F238E27FC236}">
                <a16:creationId xmlns:a16="http://schemas.microsoft.com/office/drawing/2014/main" id="{218724B9-1CCF-4C94-B52A-DCDF2EAF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37185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B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21" name="long-step-label-6">
            <a:extLst xmlns:a="http://schemas.openxmlformats.org/drawingml/2006/main">
              <a:ext uri="{FF2B5EF4-FFF2-40B4-BE49-F238E27FC236}">
                <a16:creationId xmlns:a16="http://schemas.microsoft.com/office/drawing/2014/main" id="{926CB2B7-12D5-45D6-8AA7-0E871D29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514725"/>
            <a:ext cx="1657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Create test</a:t>
            </a:r>
          </a:p>
          <a:p xmlns:a="http://schemas.openxmlformats.org/drawingml/2006/main">
            <a:pPr algn="ctr">
              <a:def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from evidence</a:t>
            </a:r>
          </a:p>
        </p:txBody>
      </p:sp>
      <p:sp>
        <p:nvSpPr>
          <p:cNvPr id="28" name="distraction-2">
            <a:extLst xmlns:a="http://schemas.openxmlformats.org/drawingml/2006/main">
              <a:ext uri="{FF2B5EF4-FFF2-40B4-BE49-F238E27FC236}">
                <a16:creationId xmlns:a16="http://schemas.microsoft.com/office/drawing/2014/main" id="{E2AB64A6-70BE-44CA-A318-AD4E02E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rPr>
              <a:t>Login retries</a:t>
            </a:r>
          </a:p>
        </p:txBody>
      </p:sp>
      <p:sp>
        <p:nvSpPr>
          <p:cNvPr id="30" name="distraction-3">
            <a:extLst xmlns:a="http://schemas.openxmlformats.org/drawingml/2006/main">
              <a:ext uri="{FF2B5EF4-FFF2-40B4-BE49-F238E27FC236}">
                <a16:creationId xmlns:a16="http://schemas.microsoft.com/office/drawing/2014/main" id="{B35E1DAF-C4F3-47D3-AF33-705250CB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rPr>
              <a:t>Irrelevant DOM details</a:t>
            </a:r>
          </a:p>
        </p:txBody>
      </p:sp>
      <p:sp>
        <p:nvSpPr>
          <p:cNvPr id="32" name="distraction-4">
            <a:extLst xmlns:a="http://schemas.openxmlformats.org/drawingml/2006/main">
              <a:ext uri="{FF2B5EF4-FFF2-40B4-BE49-F238E27FC236}">
                <a16:creationId xmlns:a16="http://schemas.microsoft.com/office/drawing/2014/main" id="{DDEC0DCE-619B-4086-B223-90EE42A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34B3D"/>
                </a:solidFill>
                <a:latin typeface="DejaVu Sans"/>
                <a:ea typeface="DejaVu Sans"/>
                <a:cs typeface="DejaVu Sans"/>
              </a:rPr>
              <a:t>Formatting detour</a:t>
            </a:r>
          </a:p>
        </p:txBody>
      </p:sp>
      <p:sp>
        <p:nvSpPr>
          <p:cNvPr id="34" name="risk">
            <a:extLst xmlns:a="http://schemas.openxmlformats.org/drawingml/2006/main">
              <a:ext uri="{FF2B5EF4-FFF2-40B4-BE49-F238E27FC236}">
                <a16:creationId xmlns:a16="http://schemas.microsoft.com/office/drawing/2014/main" id="{616E4A57-740F-40B5-A860-5575247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34B3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34B3D"/>
                </a:solidFill>
                <a:latin typeface="DejaVu Sans"/>
                <a:ea typeface="DejaVu Sans"/>
                <a:cs typeface="DejaVu Sans"/>
              </a:rPr>
              <a:t>Possible drift: earlier requirements become harder to track as unrelated detail accumulates.</a:t>
            </a:r>
          </a:p>
        </p:txBody>
      </p:sp>
      <p:sp>
        <p:nvSpPr>
          <p:cNvPr id="35" name="path-divider">
            <a:extLst xmlns:a="http://schemas.openxmlformats.org/drawingml/2006/main">
              <a:ext uri="{FF2B5EF4-FFF2-40B4-BE49-F238E27FC236}">
                <a16:creationId xmlns:a16="http://schemas.microsoft.com/office/drawing/2014/main" id="{FC915145-1C4B-4FFD-A596-6A99A1F2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402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parate-label">
            <a:extLst xmlns:a="http://schemas.openxmlformats.org/drawingml/2006/main">
              <a:ext uri="{FF2B5EF4-FFF2-40B4-BE49-F238E27FC236}">
                <a16:creationId xmlns:a16="http://schemas.microsoft.com/office/drawing/2014/main" id="{37161118-FD65-4CC3-9E64-DFB8A66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B   SEPARATE COPILOT CLI EXECUTIONS</a:t>
            </a:r>
          </a:p>
        </p:txBody>
      </p:sp>
      <p:sp>
        <p:nvSpPr>
          <p:cNvPr id="37" name="handoff-rule">
            <a:extLst xmlns:a="http://schemas.openxmlformats.org/drawingml/2006/main">
              <a:ext uri="{FF2B5EF4-FFF2-40B4-BE49-F238E27FC236}">
                <a16:creationId xmlns:a16="http://schemas.microsoft.com/office/drawing/2014/main" id="{D90246E6-DB4C-4435-8CD3-E2C1467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390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Each run receives a focused instruction and the required outputs of the previous run.</a:t>
            </a:r>
          </a:p>
        </p:txBody>
      </p:sp>
      <p:sp>
        <p:nvSpPr>
          <p:cNvPr id="38" name="run-1">
            <a:extLst xmlns:a="http://schemas.openxmlformats.org/drawingml/2006/main">
              <a:ext uri="{FF2B5EF4-FFF2-40B4-BE49-F238E27FC236}">
                <a16:creationId xmlns:a16="http://schemas.microsoft.com/office/drawing/2014/main" id="{2BE09A48-CE7A-403B-8DCE-9E5438C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39" name="run-number-0">
            <a:extLst xmlns:a="http://schemas.openxmlformats.org/drawingml/2006/main">
              <a:ext uri="{FF2B5EF4-FFF2-40B4-BE49-F238E27FC236}">
                <a16:creationId xmlns:a16="http://schemas.microsoft.com/office/drawing/2014/main" id="{69B7F71D-1835-4139-AB88-B6CAA044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1</a:t>
            </a:r>
          </a:p>
        </p:txBody>
      </p:sp>
      <p:sp>
        <p:nvSpPr>
          <p:cNvPr id="40" name="run-action-0">
            <a:extLst xmlns:a="http://schemas.openxmlformats.org/drawingml/2006/main">
              <a:ext uri="{FF2B5EF4-FFF2-40B4-BE49-F238E27FC236}">
                <a16:creationId xmlns:a16="http://schemas.microsoft.com/office/drawing/2014/main" id="{1CB82859-5206-4C98-904A-3B442DD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Pull data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from Jira MCP</a:t>
            </a:r>
          </a:p>
        </p:txBody>
      </p:sp>
      <p:sp>
        <p:nvSpPr>
          <p:cNvPr id="41" name="output-0">
            <a:extLst xmlns:a="http://schemas.openxmlformats.org/drawingml/2006/main">
              <a:ext uri="{FF2B5EF4-FFF2-40B4-BE49-F238E27FC236}">
                <a16:creationId xmlns:a16="http://schemas.microsoft.com/office/drawing/2014/main" id="{9E011E9B-2E63-4125-9126-EC96F11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tasks.json</a:t>
            </a:r>
          </a:p>
        </p:txBody>
      </p:sp>
      <p:sp>
        <p:nvSpPr>
          <p:cNvPr id="42" name="run-2">
            <a:extLst xmlns:a="http://schemas.openxmlformats.org/drawingml/2006/main">
              <a:ext uri="{FF2B5EF4-FFF2-40B4-BE49-F238E27FC236}">
                <a16:creationId xmlns:a16="http://schemas.microsoft.com/office/drawing/2014/main" id="{A91B49AF-2975-42F7-BA65-91A89E2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43" name="run-number-1">
            <a:extLst xmlns:a="http://schemas.openxmlformats.org/drawingml/2006/main">
              <a:ext uri="{FF2B5EF4-FFF2-40B4-BE49-F238E27FC236}">
                <a16:creationId xmlns:a16="http://schemas.microsoft.com/office/drawing/2014/main" id="{E5A5F59E-B3DA-4C81-BD7A-FA7E717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2</a:t>
            </a:r>
          </a:p>
        </p:txBody>
      </p:sp>
      <p:sp>
        <p:nvSpPr>
          <p:cNvPr id="44" name="run-action-1">
            <a:extLst xmlns:a="http://schemas.openxmlformats.org/drawingml/2006/main">
              <a:ext uri="{FF2B5EF4-FFF2-40B4-BE49-F238E27FC236}">
                <a16:creationId xmlns:a16="http://schemas.microsoft.com/office/drawing/2014/main" id="{65D5ABEB-5391-454B-B6B5-E83D403B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Read tasks and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requirements</a:t>
            </a:r>
          </a:p>
        </p:txBody>
      </p:sp>
      <p:sp>
        <p:nvSpPr>
          <p:cNvPr id="45" name="output-1">
            <a:extLst xmlns:a="http://schemas.openxmlformats.org/drawingml/2006/main">
              <a:ext uri="{FF2B5EF4-FFF2-40B4-BE49-F238E27FC236}">
                <a16:creationId xmlns:a16="http://schemas.microsoft.com/office/drawing/2014/main" id="{61A58C99-2452-4C92-B3D6-6DE9DED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requirements.md</a:t>
            </a:r>
          </a:p>
        </p:txBody>
      </p:sp>
      <p:sp>
        <p:nvSpPr>
          <p:cNvPr id="46" name="run-3">
            <a:extLst xmlns:a="http://schemas.openxmlformats.org/drawingml/2006/main">
              <a:ext uri="{FF2B5EF4-FFF2-40B4-BE49-F238E27FC236}">
                <a16:creationId xmlns:a16="http://schemas.microsoft.com/office/drawing/2014/main" id="{3FCB0F3D-5332-4BA1-9946-98DB9C6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47" name="run-number-2">
            <a:extLst xmlns:a="http://schemas.openxmlformats.org/drawingml/2006/main">
              <a:ext uri="{FF2B5EF4-FFF2-40B4-BE49-F238E27FC236}">
                <a16:creationId xmlns:a16="http://schemas.microsoft.com/office/drawing/2014/main" id="{2541F953-4F9D-4D49-A9EA-F61D2A2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3</a:t>
            </a:r>
          </a:p>
        </p:txBody>
      </p:sp>
      <p:sp>
        <p:nvSpPr>
          <p:cNvPr id="48" name="run-action-2">
            <a:extLst xmlns:a="http://schemas.openxmlformats.org/drawingml/2006/main">
              <a:ext uri="{FF2B5EF4-FFF2-40B4-BE49-F238E27FC236}">
                <a16:creationId xmlns:a16="http://schemas.microsoft.com/office/drawing/2014/main" id="{56E52173-4519-4F89-9536-4908C19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Log in to the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test system</a:t>
            </a:r>
          </a:p>
        </p:txBody>
      </p:sp>
      <p:sp>
        <p:nvSpPr>
          <p:cNvPr id="49" name="output-2">
            <a:extLst xmlns:a="http://schemas.openxmlformats.org/drawingml/2006/main">
              <a:ext uri="{FF2B5EF4-FFF2-40B4-BE49-F238E27FC236}">
                <a16:creationId xmlns:a16="http://schemas.microsoft.com/office/drawing/2014/main" id="{F6F0D978-B700-4683-B7BC-0A48649A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session.json*</a:t>
            </a:r>
          </a:p>
        </p:txBody>
      </p:sp>
      <p:sp>
        <p:nvSpPr>
          <p:cNvPr id="50" name="run-4">
            <a:extLst xmlns:a="http://schemas.openxmlformats.org/drawingml/2006/main">
              <a:ext uri="{FF2B5EF4-FFF2-40B4-BE49-F238E27FC236}">
                <a16:creationId xmlns:a16="http://schemas.microsoft.com/office/drawing/2014/main" id="{ED8D122C-1553-4520-B65E-8442C7E0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51" name="run-number-3">
            <a:extLst xmlns:a="http://schemas.openxmlformats.org/drawingml/2006/main">
              <a:ext uri="{FF2B5EF4-FFF2-40B4-BE49-F238E27FC236}">
                <a16:creationId xmlns:a16="http://schemas.microsoft.com/office/drawing/2014/main" id="{B07B0FF5-1F7A-467B-ADA0-5E4CD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4</a:t>
            </a:r>
          </a:p>
        </p:txBody>
      </p:sp>
      <p:sp>
        <p:nvSpPr>
          <p:cNvPr id="52" name="run-action-3">
            <a:extLst xmlns:a="http://schemas.openxmlformats.org/drawingml/2006/main">
              <a:ext uri="{FF2B5EF4-FFF2-40B4-BE49-F238E27FC236}">
                <a16:creationId xmlns:a16="http://schemas.microsoft.com/office/drawing/2014/main" id="{B255D692-6A71-4C1A-800D-DC6596AB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Explore DOM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and compare</a:t>
            </a:r>
          </a:p>
        </p:txBody>
      </p:sp>
      <p:sp>
        <p:nvSpPr>
          <p:cNvPr id="53" name="output-3">
            <a:extLst xmlns:a="http://schemas.openxmlformats.org/drawingml/2006/main">
              <a:ext uri="{FF2B5EF4-FFF2-40B4-BE49-F238E27FC236}">
                <a16:creationId xmlns:a16="http://schemas.microsoft.com/office/drawing/2014/main" id="{8BEBF2E9-E569-4E73-9594-97838D7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dom-evidence.json</a:t>
            </a:r>
          </a:p>
        </p:txBody>
      </p:sp>
      <p:sp>
        <p:nvSpPr>
          <p:cNvPr id="54" name="run-5">
            <a:extLst xmlns:a="http://schemas.openxmlformats.org/drawingml/2006/main">
              <a:ext uri="{FF2B5EF4-FFF2-40B4-BE49-F238E27FC236}">
                <a16:creationId xmlns:a16="http://schemas.microsoft.com/office/drawing/2014/main" id="{458F4610-C619-4AA8-AE2A-60FD42F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55" name="run-number-4">
            <a:extLst xmlns:a="http://schemas.openxmlformats.org/drawingml/2006/main">
              <a:ext uri="{FF2B5EF4-FFF2-40B4-BE49-F238E27FC236}">
                <a16:creationId xmlns:a16="http://schemas.microsoft.com/office/drawing/2014/main" id="{190055F8-BA71-4ACD-93EF-CE594B80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5</a:t>
            </a:r>
          </a:p>
        </p:txBody>
      </p:sp>
      <p:sp>
        <p:nvSpPr>
          <p:cNvPr id="56" name="run-action-4">
            <a:extLst xmlns:a="http://schemas.openxmlformats.org/drawingml/2006/main">
              <a:ext uri="{FF2B5EF4-FFF2-40B4-BE49-F238E27FC236}">
                <a16:creationId xmlns:a16="http://schemas.microsoft.com/office/drawing/2014/main" id="{A9DBB5D4-E8AD-4383-BD17-F1EF680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Record differences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in Markdown</a:t>
            </a:r>
          </a:p>
        </p:txBody>
      </p:sp>
      <p:sp>
        <p:nvSpPr>
          <p:cNvPr id="57" name="output-4">
            <a:extLst xmlns:a="http://schemas.openxmlformats.org/drawingml/2006/main">
              <a:ext uri="{FF2B5EF4-FFF2-40B4-BE49-F238E27FC236}">
                <a16:creationId xmlns:a16="http://schemas.microsoft.com/office/drawing/2014/main" id="{C163BBD8-49E2-4EA2-AA02-11E5290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differences.md</a:t>
            </a:r>
          </a:p>
        </p:txBody>
      </p:sp>
      <p:sp>
        <p:nvSpPr>
          <p:cNvPr id="58" name="run-6">
            <a:extLst xmlns:a="http://schemas.openxmlformats.org/drawingml/2006/main">
              <a:ext uri="{FF2B5EF4-FFF2-40B4-BE49-F238E27FC236}">
                <a16:creationId xmlns:a16="http://schemas.microsoft.com/office/drawing/2014/main" id="{57F1F3B8-E5E5-4C2D-BF87-25089C4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59" name="run-number-5">
            <a:extLst xmlns:a="http://schemas.openxmlformats.org/drawingml/2006/main">
              <a:ext uri="{FF2B5EF4-FFF2-40B4-BE49-F238E27FC236}">
                <a16:creationId xmlns:a16="http://schemas.microsoft.com/office/drawing/2014/main" id="{ABC1AAA6-59A2-4E28-9C20-4559624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6</a:t>
            </a:r>
          </a:p>
        </p:txBody>
      </p:sp>
      <p:sp>
        <p:nvSpPr>
          <p:cNvPr id="60" name="run-action-5">
            <a:extLst xmlns:a="http://schemas.openxmlformats.org/drawingml/2006/main">
              <a:ext uri="{FF2B5EF4-FFF2-40B4-BE49-F238E27FC236}">
                <a16:creationId xmlns:a16="http://schemas.microsoft.com/office/drawing/2014/main" id="{FBF4649F-FC2E-475B-B389-F0B9C22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Store Markdown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in a new Jira issue</a:t>
            </a:r>
          </a:p>
        </p:txBody>
      </p:sp>
      <p:sp>
        <p:nvSpPr>
          <p:cNvPr id="61" name="output-5">
            <a:extLst xmlns:a="http://schemas.openxmlformats.org/drawingml/2006/main">
              <a:ext uri="{FF2B5EF4-FFF2-40B4-BE49-F238E27FC236}">
                <a16:creationId xmlns:a16="http://schemas.microsoft.com/office/drawing/2014/main" id="{7B765E57-AE15-4428-A0E5-6DC4BFD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issue.json</a:t>
            </a:r>
          </a:p>
        </p:txBody>
      </p:sp>
      <p:sp>
        <p:nvSpPr>
          <p:cNvPr id="62" name="run-7">
            <a:extLst xmlns:a="http://schemas.openxmlformats.org/drawingml/2006/main">
              <a:ext uri="{FF2B5EF4-FFF2-40B4-BE49-F238E27FC236}">
                <a16:creationId xmlns:a16="http://schemas.microsoft.com/office/drawing/2014/main" id="{8D57B2C2-1DB8-420C-9635-4BC55888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619875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4288">
            <a:solidFill>
              <a:srgbClr val="C7D6DC"/>
            </a:solidFill>
            <a:prstDash val="solid"/>
          </a:ln>
        </p:spPr>
      </p:sp>
      <p:sp>
        <p:nvSpPr>
          <p:cNvPr id="63" name="run-number-6">
            <a:extLst xmlns:a="http://schemas.openxmlformats.org/drawingml/2006/main">
              <a:ext uri="{FF2B5EF4-FFF2-40B4-BE49-F238E27FC236}">
                <a16:creationId xmlns:a16="http://schemas.microsoft.com/office/drawing/2014/main" id="{E89A008C-5CAF-49E6-8636-20872D2B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6960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RUN 7</a:t>
            </a:r>
          </a:p>
        </p:txBody>
      </p:sp>
      <p:sp>
        <p:nvSpPr>
          <p:cNvPr id="64" name="run-action-6">
            <a:extLst xmlns:a="http://schemas.openxmlformats.org/drawingml/2006/main">
              <a:ext uri="{FF2B5EF4-FFF2-40B4-BE49-F238E27FC236}">
                <a16:creationId xmlns:a16="http://schemas.microsoft.com/office/drawing/2014/main" id="{4F8F6727-680C-4450-B710-09CAB81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981825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Create test</a:t>
            </a:r>
          </a:p>
          <a:p xmlns:a="http://schemas.openxmlformats.org/drawingml/2006/main">
            <a:pPr algn="ctr">
              <a:def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2F3C"/>
                </a:solidFill>
                <a:latin typeface="DejaVu Sans"/>
                <a:ea typeface="DejaVu Sans"/>
                <a:cs typeface="DejaVu Sans"/>
              </a:rPr>
              <a:t>from evidence</a:t>
            </a:r>
          </a:p>
        </p:txBody>
      </p:sp>
      <p:sp>
        <p:nvSpPr>
          <p:cNvPr id="65" name="output-6">
            <a:extLst xmlns:a="http://schemas.openxmlformats.org/drawingml/2006/main">
              <a:ext uri="{FF2B5EF4-FFF2-40B4-BE49-F238E27FC236}">
                <a16:creationId xmlns:a16="http://schemas.microsoft.com/office/drawing/2014/main" id="{A700B04A-84A1-4590-8FF4-52A6FBE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77247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6C86"/>
                </a:solidFill>
                <a:latin typeface="DejaVu Sans"/>
                <a:ea typeface="DejaVu Sans"/>
                <a:cs typeface="DejaVu Sans"/>
              </a:rPr>
              <a:t>test files</a:t>
            </a:r>
          </a:p>
        </p:txBody>
      </p:sp>
      <p:sp>
        <p:nvSpPr>
          <p:cNvPr id="72" name="caveat">
            <a:extLst xmlns:a="http://schemas.openxmlformats.org/drawingml/2006/main">
              <a:ext uri="{FF2B5EF4-FFF2-40B4-BE49-F238E27FC236}">
                <a16:creationId xmlns:a16="http://schemas.microsoft.com/office/drawing/2014/main" id="{40389C7D-72AE-4FF6-8CD0-BE379B4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724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8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3"/>
                </a:solidFill>
                <a:latin typeface="DejaVu Sans"/>
                <a:ea typeface="DejaVu Sans"/>
                <a:cs typeface="DejaVu Sans"/>
              </a:rPr>
              <a:t>Conceptual example. Explicit handoffs support focus. *Browser session state must remain available.</a:t>
            </a:r>
          </a:p>
        </p:txBody>
      </p:sp>
    </p:spTree>
    <p:extLst>
      <p:ext uri="{BB962C8B-B14F-4D97-AF65-F5344CB8AC3E}">
        <p14:creationId xmlns:p14="http://schemas.microsoft.com/office/powerpoint/2010/main" val="142536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2026-10-14T18:56:01.8070000Z</dcterms:created>
  <dcterms:modified xsi:type="dcterms:W3CDTF">2026-10-14T18:56:01.8070000Z</dcterms:modified>
</coreProperties>
</file>